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65885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מה שהבנתי בדרך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3085"/>
            <a:ext cx="10363200" cy="1992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לא משנה אם מרוויחים</a:t>
            </a:r>
          </a:p>
          <a:p>
            <a:pPr algn="r" rtl="1">
              <a:lnSpc>
                <a:spcPct val="110000"/>
              </a:lnSpc>
            </a:pP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10,000 או 40,000 בחודש.</a:t>
            </a:r>
          </a:p>
          <a:p>
            <a:pPr algn="r" rtl="1">
              <a:lnSpc>
                <a:spcPct val="110000"/>
              </a:lnSpc>
            </a:pP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שמשנה: </a:t>
            </a:r>
            <a:r>
              <a:rPr sz="42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תזרים חיובי</a:t>
            </a: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68115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הבנתי שגם אם ארוויח 50 או 60 אלף בחודש, בלי נכס שצומח אמשיך לרדוף אחרי כסף כל החיים. אז למדתי, חקרתי, והשקעתי מעל 200,000 ₪ בלימודים ובליווי. ואני כאן כדי לקצר לכם את הדרך.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הדרך החוצה מהמרדף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11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מהכנסה, לנכס שעובד בשבילכם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243840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הכנסה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009900"/>
            <a:ext cx="1905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כמה נכנס. לבד, זה עוד לא אומר כלום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0600" y="30099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0" y="243840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תזרים חיובי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009900"/>
            <a:ext cx="1905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שנשאר בסוף החודש. זה הדלק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099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1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0" y="243840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נכסים שצומחים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0" y="3009900"/>
            <a:ext cx="1905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כסף שעובד ומכפיל את עצמו, גם כשאתם ישנים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6600" y="30099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43840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חופש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09900"/>
            <a:ext cx="1905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זמן, בחירה, ושקט. בלי לרדוף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אצלנו בבית: </a:t>
            </a: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השקענו הכל, וההון המשפחתי צמח פי 8. </a:t>
            </a:r>
            <a:r>
              <a:rPr sz="192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נסענו לחצי שנה לתאילנד, והכסף עבד בשבילנו.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34000"/>
            <a:ext cx="1036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לא צריך להרוויח יותר. צריך שמה שנשאר יהפוך לנכס.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משחק · בודקים מינויים מיותרים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הדרך הכי מהירה לתזרים חיובי: על מה אתם משלמים סתם?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5440" y="2133600"/>
            <a:ext cx="3312160" cy="28956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0240" y="2438400"/>
            <a:ext cx="270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אייפון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0240" y="3124200"/>
            <a:ext cx="270256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הגדרות ← השם שלכם ← מינויים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9920" y="2133600"/>
            <a:ext cx="3312160" cy="28956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4720" y="2438400"/>
            <a:ext cx="270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אנדרואיד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4720" y="3124200"/>
            <a:ext cx="270256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Google Play ← התמונה שלכם ← תשלומים ומינויים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133600"/>
            <a:ext cx="3312160" cy="28956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200" y="2438400"/>
            <a:ext cx="270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כרטיס האשראי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124200"/>
            <a:ext cx="270256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פירוט החיובים של החודש האחרון. כל חיוב קבוע שלא זיהיתם, מסמנים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34000"/>
            <a:ext cx="1036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מי מצא מינוי שהוא כבר לא צריך? </a:t>
            </a:r>
            <a:r>
              <a:rPr sz="2039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ספרו לנו כמה חסכתם בדקה אחת :)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זכות · פנסיה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73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פנסיה לעצמאים: חובה, וגם הטבת מס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209800"/>
            <a:ext cx="3322320" cy="2286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4384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4.45%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124200"/>
            <a:ext cx="2773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מההכנסה, עד 82,614 ₪ בשנה (מחצית השכר הממוצע)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09800"/>
            <a:ext cx="3322320" cy="2286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4384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12.55%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24200"/>
            <a:ext cx="2773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מהחלק שמעל, עד 165,228 ₪ בשנה (השכר הממוצע)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09800"/>
            <a:ext cx="3322320" cy="2286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4384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עד 16.5%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24200"/>
            <a:ext cx="2773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מההכנסה מקבלים עליהם הטבת מס: חלק כניכוי וחלק כזיכוי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244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וכל אחוז של דמי ניהול מוכפל לאורך עשרות שנים. </a:t>
            </a:r>
            <a:r>
              <a:rPr sz="18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את זה בודקת איתי רות, היועצת הפנסיונית מהצוות שלי.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38800"/>
            <a:ext cx="1036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14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פטורים: עד גיל 21, מגיל 60, ובחצי השנה הראשונה מפתיחת העסק. כדי לקבל את ההטבה לשנה, מפקידים עד 31.12. מקור: רשות המסים, סכומים לשנת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