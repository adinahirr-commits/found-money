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65885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שהבנתי בדרך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3085"/>
            <a:ext cx="10363200" cy="1992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משנה אם מרוויחים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10,000 או 40,000 בחודש.</a:t>
            </a:r>
          </a:p>
          <a:p>
            <a:pPr algn="r" rtl="1">
              <a:lnSpc>
                <a:spcPct val="110000"/>
              </a:lnSpc>
            </a:pP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שמשנה: </a:t>
            </a:r>
            <a:r>
              <a:rPr sz="42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תזרים חיובי</a:t>
            </a:r>
            <a:r>
              <a:rPr sz="42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68115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הבנתי שגם אם ארוויח 50 או 60 אלף בחודש, בלי לדעת לנהל את הכסף אמשיך לרדוף אחריו. אז למדתי, חקרתי, והשקעתי מעל 200,000 ₪ בלימודים ובליווי. ואני כאן כדי לקצר לכם את הדרך.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משחק · כולם מוציאים את הטלפון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על מה אתם משלמים בלי לשים לב?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544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024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אייפון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024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הגדרות ← השם שלכם ← מינויים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992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472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אנדרואיד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472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Google Play ← התמונה שלכם ← תשלומים ומינויים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33600"/>
            <a:ext cx="3312160" cy="2895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2438400"/>
            <a:ext cx="270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כרטיס האשראי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124200"/>
            <a:ext cx="270256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פירוט החיובים של החודש האחרון. כל חיוב קבוע שלא זיהיתם, מסמנים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34000"/>
            <a:ext cx="1036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 מצא מינוי שהוא כבר לא צריך? </a:t>
            </a:r>
            <a:r>
              <a:rPr sz="20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ספרו לנו כמה חסכתם בדקה אחת :)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זכות · פנסיה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73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 לעצמאים: חובה, וגם הטבת 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מההכנסה, עד 82,614 ₪ בשנה (מחצית השכר הממוצע)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מהחלק שמעל, עד 165,228 ₪ בשנה (השכר הממוצע)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09800"/>
            <a:ext cx="3322320" cy="2286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384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16.5%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24200"/>
            <a:ext cx="2773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מקבלים עליהם הטבת מס: חלק כניכוי וחלק כזיכוי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244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וכל אחוז של דמי ניהול מוכפל לאורך עשרות שנים. </a:t>
            </a:r>
            <a:r>
              <a:rPr sz="18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את זה בודקת איתי רות, היועצת הפנסיונית מהצוות שלי.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8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פטורים: עד גיל 21, מגיל 60, ובחצי השנה הראשונה מפתיחת העסק. כדי לקבל את ההטבה לשנה, מפקידים עד 31.12. מקור: רשות המסים, סכומים לשנת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